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56" r:id="rId4"/>
    <p:sldId id="262" r:id="rId5"/>
    <p:sldId id="258" r:id="rId6"/>
    <p:sldId id="260" r:id="rId7"/>
    <p:sldId id="257" r:id="rId8"/>
    <p:sldId id="259" r:id="rId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3" autoAdjust="0"/>
    <p:restoredTop sz="94660"/>
  </p:normalViewPr>
  <p:slideViewPr>
    <p:cSldViewPr snapToGrid="0">
      <p:cViewPr>
        <p:scale>
          <a:sx n="88" d="100"/>
          <a:sy n="88" d="100"/>
        </p:scale>
        <p:origin x="25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6431C5-7FCB-DFE6-EC69-E3672173D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15B9E19-825E-CB40-6A5E-CE37214D6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A5D88C6-BF54-70E3-9EAF-1B2E40D74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E6A5828-7925-B567-8B1F-086053ECF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27FD40-0A36-A596-5182-2D9888810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7444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FAC510-FB8F-F564-2DA3-C670BF3F6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0C617DC-14E9-5734-751B-DD6D4C62DB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681095-C69B-61D6-B848-13E9F6F87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519E8FB-1D1B-F7B8-9097-CDA735B8D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3C2DEDE-2DE2-86E5-9215-96C92604F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307503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2490F7-9778-2471-4125-BB295C19A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BF96B1-DC87-5CFA-8281-C1F4961EC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2225227-34D8-660D-A27B-24251FD80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95FA0F3-970B-F989-64FB-D68D73DD7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DDDDC1F-2B10-5100-506F-7AA1BC908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00006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1DD136-27E3-36E4-7400-0940C3B35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4F34D2E-A675-C4CB-FF12-21F669C93D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04561FD-46EC-C7DE-3B24-1287F15123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7F4AFE5-9270-D172-DB1F-F4E37B0F9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C57B68-CE0A-1886-9FEE-86E4DCDF4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3F906F8-DE9B-2DA5-A0C1-FF7E7A2A9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101045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5BCC2-A327-FD30-B927-D53A02030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6F0C0AC-FD27-4EB2-9140-137CBC50EB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991507D-BB76-8D95-512E-70EF9B599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5D88F7-FB78-D0BD-91C5-3155E4DEEF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AAF7C0F-E7E2-504C-3411-93633A482A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8265A82-8907-6EFA-884E-1FF97391C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C92AD31E-5977-1FB3-C717-53B5233DA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6D29BFF-CDD1-89A3-A3A0-CEC09AC47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998849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067050-58B2-81FD-9AE5-31F2665E4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1545536-40B7-9B4D-20E5-4E7EE8F36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51BCB7-6EBE-BADF-0B3C-E5B2392F7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0B802DC-1BA0-6F6E-D224-47C697E0A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60705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BB97DDCE-E6BD-3EA7-D2A0-1A85BFED2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901A598-784A-8E4F-FB86-4E8CF9CB0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9200A1C-3043-44BE-AA42-F6EAF0811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536513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3576B9-ADFD-8259-A3C1-7036CEADB6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B53E48B-5FDB-1DEA-BDAC-5AC2399BF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1A35DFB-AFCD-DC45-BF18-096B61972F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D76F49D-7785-DB29-F416-48E3C8607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114F53B-8D1E-93DC-CA24-00AF06271A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E90CE0-1A80-C3DA-039D-30BDC6CB62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52126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598AC58-FE21-3F50-F026-87D8FD3C9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1B01A63-407E-A9E0-3A4E-7441F553F4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EF3EBF6-D72E-786E-5283-027ABC9054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5E5256C-C174-8D4C-D399-56109A791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E4DDBE3-9615-A9CE-3647-F53F8BDEA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4F065D8-CFD0-BD09-EAEC-A6C293431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8403375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BB5DB1-2FE1-A390-CACB-384E699D8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DA558FB-AFBF-E127-876E-C02CAA40E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FE7FC3-C118-CCC5-A034-DEFE5C522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900E85F-6789-F6B6-940E-4789544D2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8F52C0D-EB4D-B74D-60D7-B6011402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880933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9E69DA4-AB9F-E2D5-DF07-E795EF1D6A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D0DFE96-98CC-C26C-5576-41A403457A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9CBAD4-8686-C0F2-A543-3E49E21BB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91E0D9-38B3-2150-1698-C267B3375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F6C601-11AD-258B-5F1F-3C0CD828C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445728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3C58CD3-9830-8A1D-104E-FF7396B22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BE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CCDBEC-35B1-611A-100C-1FE826DCD2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A95291A-E21F-012C-3CA6-A7B951DCC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38088-2074-4EAB-8026-9409AE7A7A08}" type="datetimeFigureOut">
              <a:rPr lang="fr-BE" smtClean="0"/>
              <a:t>23-05-23</a:t>
            </a:fld>
            <a:endParaRPr lang="fr-BE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BE33DA-4233-E5A4-06B1-643A67D78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698216-F8DC-05FE-6CE3-E49BA2325F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B3AA19-3835-45D4-8546-DF2081F60444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20056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carte, texte, atlas&#10;&#10;Description générée automatiquement">
            <a:extLst>
              <a:ext uri="{FF2B5EF4-FFF2-40B4-BE49-F238E27FC236}">
                <a16:creationId xmlns:a16="http://schemas.microsoft.com/office/drawing/2014/main" id="{D660494F-DC94-A053-DB49-E9A8195B7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738" y="0"/>
            <a:ext cx="12414738" cy="6858000"/>
          </a:xfrm>
          <a:prstGeom prst="rect">
            <a:avLst/>
          </a:prstGeom>
        </p:spPr>
      </p:pic>
      <p:pic>
        <p:nvPicPr>
          <p:cNvPr id="4" name="Image 3" descr="Une image contenant carte, texte, atlas&#10;&#10;Description générée automatiquement">
            <a:extLst>
              <a:ext uri="{FF2B5EF4-FFF2-40B4-BE49-F238E27FC236}">
                <a16:creationId xmlns:a16="http://schemas.microsoft.com/office/drawing/2014/main" id="{1628B356-868E-FF45-B1FA-FD40B3C078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14" t="40997" r="27403" b="43039"/>
          <a:stretch/>
        </p:blipFill>
        <p:spPr>
          <a:xfrm>
            <a:off x="6941975" y="2811622"/>
            <a:ext cx="1959430" cy="10947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EFBAEE-9528-6962-CC6D-9A4122D04F55}"/>
              </a:ext>
            </a:extLst>
          </p:cNvPr>
          <p:cNvSpPr/>
          <p:nvPr/>
        </p:nvSpPr>
        <p:spPr>
          <a:xfrm>
            <a:off x="6941976" y="2811623"/>
            <a:ext cx="1959429" cy="109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89583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5104 -0.32199 " pathEditMode="relative" ptsTypes="AA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5104 -0.32199 " pathEditMode="relative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rte, texte, atlas&#10;&#10;Description générée automatiquement">
            <a:extLst>
              <a:ext uri="{FF2B5EF4-FFF2-40B4-BE49-F238E27FC236}">
                <a16:creationId xmlns:a16="http://schemas.microsoft.com/office/drawing/2014/main" id="{1628B356-868E-FF45-B1FA-FD40B3C078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14" t="40997" r="27403" b="43039"/>
          <a:stretch/>
        </p:blipFill>
        <p:spPr>
          <a:xfrm>
            <a:off x="223934" y="584721"/>
            <a:ext cx="1959430" cy="10947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EFBAEE-9528-6962-CC6D-9A4122D04F55}"/>
              </a:ext>
            </a:extLst>
          </p:cNvPr>
          <p:cNvSpPr/>
          <p:nvPr/>
        </p:nvSpPr>
        <p:spPr>
          <a:xfrm>
            <a:off x="223935" y="584721"/>
            <a:ext cx="1959429" cy="109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33319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7651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carte, texte, atlas&#10;&#10;Description générée automatiquement">
            <a:extLst>
              <a:ext uri="{FF2B5EF4-FFF2-40B4-BE49-F238E27FC236}">
                <a16:creationId xmlns:a16="http://schemas.microsoft.com/office/drawing/2014/main" id="{D660494F-DC94-A053-DB49-E9A8195B7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22738" y="0"/>
            <a:ext cx="12414738" cy="6858000"/>
          </a:xfrm>
          <a:prstGeom prst="rect">
            <a:avLst/>
          </a:prstGeom>
        </p:spPr>
      </p:pic>
      <p:pic>
        <p:nvPicPr>
          <p:cNvPr id="8" name="Image 7" descr="Une image contenant carte, texte, atlas&#10;&#10;Description générée automatiquement">
            <a:extLst>
              <a:ext uri="{FF2B5EF4-FFF2-40B4-BE49-F238E27FC236}">
                <a16:creationId xmlns:a16="http://schemas.microsoft.com/office/drawing/2014/main" id="{35A5E8FC-7EB0-C049-0925-F424F22A060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07" t="71746" r="73649" b="12563"/>
          <a:stretch/>
        </p:blipFill>
        <p:spPr>
          <a:xfrm>
            <a:off x="2024745" y="4920344"/>
            <a:ext cx="1135222" cy="1076130"/>
          </a:xfrm>
          <a:prstGeom prst="rect">
            <a:avLst/>
          </a:prstGeom>
        </p:spPr>
      </p:pic>
      <p:pic>
        <p:nvPicPr>
          <p:cNvPr id="4" name="Image 3" descr="Une image contenant carte, texte, atlas&#10;&#10;Description générée automatiquement">
            <a:extLst>
              <a:ext uri="{FF2B5EF4-FFF2-40B4-BE49-F238E27FC236}">
                <a16:creationId xmlns:a16="http://schemas.microsoft.com/office/drawing/2014/main" id="{1628B356-868E-FF45-B1FA-FD40B3C078A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814" t="40997" r="27403" b="43039"/>
          <a:stretch/>
        </p:blipFill>
        <p:spPr>
          <a:xfrm>
            <a:off x="6941975" y="2811622"/>
            <a:ext cx="1959430" cy="109479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DEFBAEE-9528-6962-CC6D-9A4122D04F55}"/>
              </a:ext>
            </a:extLst>
          </p:cNvPr>
          <p:cNvSpPr/>
          <p:nvPr/>
        </p:nvSpPr>
        <p:spPr>
          <a:xfrm>
            <a:off x="6941976" y="2811623"/>
            <a:ext cx="1959429" cy="1094793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FC446-7305-0838-E839-58BAEBEE9D1A}"/>
              </a:ext>
            </a:extLst>
          </p:cNvPr>
          <p:cNvSpPr/>
          <p:nvPr/>
        </p:nvSpPr>
        <p:spPr>
          <a:xfrm>
            <a:off x="2024745" y="4920344"/>
            <a:ext cx="1135222" cy="1076130"/>
          </a:xfrm>
          <a:prstGeom prst="rect">
            <a:avLst/>
          </a:prstGeom>
          <a:noFill/>
          <a:ln w="571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4767317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5104 -0.32199 " pathEditMode="relative" ptsTypes="AA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55104 -0.32199 " pathEditMode="relative" ptsTypes="AA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2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612 -0.00186 " pathEditMode="relative" ptsTypes="AA">
                                      <p:cBhvr>
                                        <p:cTn id="1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14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10612 -0.00186 " pathEditMode="relative" ptsTypes="AA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carte, texte, atlas&#10;&#10;Description générée automatiquement">
            <a:extLst>
              <a:ext uri="{FF2B5EF4-FFF2-40B4-BE49-F238E27FC236}">
                <a16:creationId xmlns:a16="http://schemas.microsoft.com/office/drawing/2014/main" id="{B0089FEF-13DD-9D5A-59C0-300ADA7EB9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369" y="0"/>
            <a:ext cx="12414738" cy="6858000"/>
          </a:xfrm>
          <a:prstGeom prst="rect">
            <a:avLst/>
          </a:prstGeom>
        </p:spPr>
      </p:pic>
      <p:pic>
        <p:nvPicPr>
          <p:cNvPr id="9" name="Image 8" descr="Une image contenant carte, texte, diagramme&#10;&#10;Description générée automatiquement">
            <a:extLst>
              <a:ext uri="{FF2B5EF4-FFF2-40B4-BE49-F238E27FC236}">
                <a16:creationId xmlns:a16="http://schemas.microsoft.com/office/drawing/2014/main" id="{7ABE22B7-7DE6-370E-B9F4-60172F545D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254" y="0"/>
            <a:ext cx="3320115" cy="3923990"/>
          </a:xfrm>
          <a:prstGeom prst="rect">
            <a:avLst/>
          </a:prstGeom>
        </p:spPr>
      </p:pic>
      <p:pic>
        <p:nvPicPr>
          <p:cNvPr id="11" name="Image 10" descr="Une image contenant cercle, capture d’écran, Graphique, Caractère coloré&#10;&#10;Description générée automatiquement">
            <a:extLst>
              <a:ext uri="{FF2B5EF4-FFF2-40B4-BE49-F238E27FC236}">
                <a16:creationId xmlns:a16="http://schemas.microsoft.com/office/drawing/2014/main" id="{2FDF8094-6333-88D1-DBA7-AE573B73EE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289" y="714671"/>
            <a:ext cx="228603" cy="228603"/>
          </a:xfrm>
          <a:prstGeom prst="rect">
            <a:avLst/>
          </a:prstGeom>
        </p:spPr>
      </p:pic>
      <p:pic>
        <p:nvPicPr>
          <p:cNvPr id="14" name="Image 13" descr="Une image contenant cercle, capture d’écran, Graphique, Caractère coloré&#10;&#10;Description générée automatiquement">
            <a:extLst>
              <a:ext uri="{FF2B5EF4-FFF2-40B4-BE49-F238E27FC236}">
                <a16:creationId xmlns:a16="http://schemas.microsoft.com/office/drawing/2014/main" id="{EC3E1A68-0AF8-C937-28FC-2CACD59A04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8101" y="243034"/>
            <a:ext cx="228603" cy="228603"/>
          </a:xfrm>
          <a:prstGeom prst="rect">
            <a:avLst/>
          </a:prstGeom>
        </p:spPr>
      </p:pic>
      <p:pic>
        <p:nvPicPr>
          <p:cNvPr id="15" name="Image 14" descr="Une image contenant cercle, capture d’écran, Graphique, Caractère coloré&#10;&#10;Description générée automatiquement">
            <a:extLst>
              <a:ext uri="{FF2B5EF4-FFF2-40B4-BE49-F238E27FC236}">
                <a16:creationId xmlns:a16="http://schemas.microsoft.com/office/drawing/2014/main" id="{A011C8A7-C742-C392-6045-D1FF07EFA9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446" y="304643"/>
            <a:ext cx="228603" cy="228603"/>
          </a:xfrm>
          <a:prstGeom prst="rect">
            <a:avLst/>
          </a:prstGeom>
        </p:spPr>
      </p:pic>
      <p:pic>
        <p:nvPicPr>
          <p:cNvPr id="17" name="Image 16" descr="Une image contenant texte, carte, Police, diagramme&#10;&#10;Description générée automatiquement">
            <a:extLst>
              <a:ext uri="{FF2B5EF4-FFF2-40B4-BE49-F238E27FC236}">
                <a16:creationId xmlns:a16="http://schemas.microsoft.com/office/drawing/2014/main" id="{FE50E129-4017-8FD1-AFA7-FA1A8936DE0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696"/>
          <a:stretch/>
        </p:blipFill>
        <p:spPr>
          <a:xfrm>
            <a:off x="-111369" y="1"/>
            <a:ext cx="3052135" cy="3234612"/>
          </a:xfrm>
          <a:prstGeom prst="rect">
            <a:avLst/>
          </a:prstGeom>
        </p:spPr>
      </p:pic>
      <p:pic>
        <p:nvPicPr>
          <p:cNvPr id="18" name="Image 17" descr="Une image contenant cercle, capture d’écran, Graphique, Caractère coloré&#10;&#10;Description générée automatiquement">
            <a:extLst>
              <a:ext uri="{FF2B5EF4-FFF2-40B4-BE49-F238E27FC236}">
                <a16:creationId xmlns:a16="http://schemas.microsoft.com/office/drawing/2014/main" id="{CC88658D-2250-D772-BCCC-0BD988148B3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153" y="774313"/>
            <a:ext cx="228603" cy="228603"/>
          </a:xfrm>
          <a:prstGeom prst="rect">
            <a:avLst/>
          </a:prstGeom>
        </p:spPr>
      </p:pic>
      <p:pic>
        <p:nvPicPr>
          <p:cNvPr id="19" name="Image 18" descr="Une image contenant cercle, capture d’écran, Graphique, Caractère coloré&#10;&#10;Description générée automatiquement">
            <a:extLst>
              <a:ext uri="{FF2B5EF4-FFF2-40B4-BE49-F238E27FC236}">
                <a16:creationId xmlns:a16="http://schemas.microsoft.com/office/drawing/2014/main" id="{F9C2DC7E-D91E-73E2-049E-76EEC88BE0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239" y="607894"/>
            <a:ext cx="228603" cy="228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108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carte, texte, diagramme&#10;&#10;Description générée automatiquement">
            <a:extLst>
              <a:ext uri="{FF2B5EF4-FFF2-40B4-BE49-F238E27FC236}">
                <a16:creationId xmlns:a16="http://schemas.microsoft.com/office/drawing/2014/main" id="{B8383FB1-DB34-3976-A6C1-E1AE0FF837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3254" y="0"/>
            <a:ext cx="3320115" cy="3923990"/>
          </a:xfrm>
          <a:prstGeom prst="rect">
            <a:avLst/>
          </a:prstGeom>
        </p:spPr>
      </p:pic>
      <p:pic>
        <p:nvPicPr>
          <p:cNvPr id="5" name="Image 4" descr="Une image contenant cercle, capture d’écran, Graphique, Caractère coloré&#10;&#10;Description générée automatiquement">
            <a:extLst>
              <a:ext uri="{FF2B5EF4-FFF2-40B4-BE49-F238E27FC236}">
                <a16:creationId xmlns:a16="http://schemas.microsoft.com/office/drawing/2014/main" id="{76954B63-E032-05F2-D265-37C70D310E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4289" y="714671"/>
            <a:ext cx="228603" cy="228603"/>
          </a:xfrm>
          <a:prstGeom prst="rect">
            <a:avLst/>
          </a:prstGeom>
        </p:spPr>
      </p:pic>
      <p:pic>
        <p:nvPicPr>
          <p:cNvPr id="6" name="Image 5" descr="Une image contenant cercle, capture d’écran, Graphique, Caractère coloré&#10;&#10;Description générée automatiquement">
            <a:extLst>
              <a:ext uri="{FF2B5EF4-FFF2-40B4-BE49-F238E27FC236}">
                <a16:creationId xmlns:a16="http://schemas.microsoft.com/office/drawing/2014/main" id="{E1561F98-A478-8B64-4873-F6A1EDFF8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8101" y="243034"/>
            <a:ext cx="228603" cy="228603"/>
          </a:xfrm>
          <a:prstGeom prst="rect">
            <a:avLst/>
          </a:prstGeom>
        </p:spPr>
      </p:pic>
      <p:pic>
        <p:nvPicPr>
          <p:cNvPr id="7" name="Image 6" descr="Une image contenant cercle, capture d’écran, Graphique, Caractère coloré&#10;&#10;Description générée automatiquement">
            <a:extLst>
              <a:ext uri="{FF2B5EF4-FFF2-40B4-BE49-F238E27FC236}">
                <a16:creationId xmlns:a16="http://schemas.microsoft.com/office/drawing/2014/main" id="{37697A58-DA39-B7C7-9138-F87AC5BEA7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446" y="304643"/>
            <a:ext cx="228603" cy="228603"/>
          </a:xfrm>
          <a:prstGeom prst="rect">
            <a:avLst/>
          </a:prstGeom>
        </p:spPr>
      </p:pic>
      <p:pic>
        <p:nvPicPr>
          <p:cNvPr id="8" name="Image 7" descr="Une image contenant carte, texte, atlas&#10;&#10;Description générée automatiquement">
            <a:extLst>
              <a:ext uri="{FF2B5EF4-FFF2-40B4-BE49-F238E27FC236}">
                <a16:creationId xmlns:a16="http://schemas.microsoft.com/office/drawing/2014/main" id="{2826D11F-0A0B-6CE3-35CD-92E913002E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1369" y="0"/>
            <a:ext cx="124147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6984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Une image contenant capture d’écran, motif, Symétrie, cercle&#10;&#10;Description générée automatiquement">
            <a:extLst>
              <a:ext uri="{FF2B5EF4-FFF2-40B4-BE49-F238E27FC236}">
                <a16:creationId xmlns:a16="http://schemas.microsoft.com/office/drawing/2014/main" id="{CDA3D787-E210-6D98-8439-B47CA9CD08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367" y="581913"/>
            <a:ext cx="1492164" cy="1492164"/>
          </a:xfrm>
          <a:prstGeom prst="rect">
            <a:avLst/>
          </a:prstGeom>
        </p:spPr>
      </p:pic>
      <p:pic>
        <p:nvPicPr>
          <p:cNvPr id="13" name="Image 12" descr="Une image contenant capture d’écran, Graphique, clipart, graphisme&#10;&#10;Description générée automatiquement">
            <a:extLst>
              <a:ext uri="{FF2B5EF4-FFF2-40B4-BE49-F238E27FC236}">
                <a16:creationId xmlns:a16="http://schemas.microsoft.com/office/drawing/2014/main" id="{9B3FFCC8-B7DB-6E63-6872-5CEDBA46B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8995" y="2803786"/>
            <a:ext cx="1418592" cy="1418592"/>
          </a:xfrm>
          <a:prstGeom prst="rect">
            <a:avLst/>
          </a:prstGeom>
        </p:spPr>
      </p:pic>
      <p:pic>
        <p:nvPicPr>
          <p:cNvPr id="15" name="Image 14" descr="Une image contenant conception&#10;&#10;Description générée automatiquement">
            <a:extLst>
              <a:ext uri="{FF2B5EF4-FFF2-40B4-BE49-F238E27FC236}">
                <a16:creationId xmlns:a16="http://schemas.microsoft.com/office/drawing/2014/main" id="{329198B8-0172-198B-08E7-12BFB3C993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587" y="2893125"/>
            <a:ext cx="1071750" cy="1071750"/>
          </a:xfrm>
          <a:prstGeom prst="rect">
            <a:avLst/>
          </a:prstGeom>
        </p:spPr>
      </p:pic>
      <p:pic>
        <p:nvPicPr>
          <p:cNvPr id="17" name="Image 16" descr="Une image contenant conception&#10;&#10;Description générée automatiquement avec une confiance faible">
            <a:extLst>
              <a:ext uri="{FF2B5EF4-FFF2-40B4-BE49-F238E27FC236}">
                <a16:creationId xmlns:a16="http://schemas.microsoft.com/office/drawing/2014/main" id="{11CBBB2C-4FB2-E1F1-C050-8F069287C9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09" y="2977207"/>
            <a:ext cx="903586" cy="903586"/>
          </a:xfrm>
          <a:prstGeom prst="rect">
            <a:avLst/>
          </a:prstGeom>
        </p:spPr>
      </p:pic>
      <p:pic>
        <p:nvPicPr>
          <p:cNvPr id="20" name="Image 19" descr="Une image contenant capture d’écran, motif, Symétrie, cercle&#10;&#10;Description générée automatiquement">
            <a:extLst>
              <a:ext uri="{FF2B5EF4-FFF2-40B4-BE49-F238E27FC236}">
                <a16:creationId xmlns:a16="http://schemas.microsoft.com/office/drawing/2014/main" id="{2B49DCD1-EA27-9CA3-C627-3AECBCA119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367" y="4376090"/>
            <a:ext cx="1492164" cy="1492164"/>
          </a:xfrm>
          <a:prstGeom prst="rect">
            <a:avLst/>
          </a:prstGeom>
        </p:spPr>
      </p:pic>
      <p:pic>
        <p:nvPicPr>
          <p:cNvPr id="22" name="Image 21" descr="Une image contenant Graphique, cercle, logo, symbole&#10;&#10;Description générée automatiquement">
            <a:extLst>
              <a:ext uri="{FF2B5EF4-FFF2-40B4-BE49-F238E27FC236}">
                <a16:creationId xmlns:a16="http://schemas.microsoft.com/office/drawing/2014/main" id="{30F8CC66-9657-9475-A0D0-03157BD724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9562" y="792025"/>
            <a:ext cx="1071941" cy="1071941"/>
          </a:xfrm>
          <a:prstGeom prst="rect">
            <a:avLst/>
          </a:prstGeom>
        </p:spPr>
      </p:pic>
      <p:pic>
        <p:nvPicPr>
          <p:cNvPr id="23" name="Image 22" descr="Une image contenant capture d’écran, motif, Symétrie, cercle&#10;&#10;Description générée automatiquement">
            <a:extLst>
              <a:ext uri="{FF2B5EF4-FFF2-40B4-BE49-F238E27FC236}">
                <a16:creationId xmlns:a16="http://schemas.microsoft.com/office/drawing/2014/main" id="{D4B60D29-4FAD-72AF-2BE3-BD23670345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492" y="4376090"/>
            <a:ext cx="1492164" cy="1492164"/>
          </a:xfrm>
          <a:prstGeom prst="rect">
            <a:avLst/>
          </a:prstGeom>
        </p:spPr>
      </p:pic>
      <p:pic>
        <p:nvPicPr>
          <p:cNvPr id="24" name="Image 23" descr="Une image contenant Graphique, cercle, logo, symbole&#10;&#10;Description générée automatiquement">
            <a:extLst>
              <a:ext uri="{FF2B5EF4-FFF2-40B4-BE49-F238E27FC236}">
                <a16:creationId xmlns:a16="http://schemas.microsoft.com/office/drawing/2014/main" id="{DD14D164-B992-F816-2B78-9C7F3415B7C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4031" y="4376090"/>
            <a:ext cx="1071941" cy="1071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96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C68EC4F-EC78-EB06-E833-0E159EF53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Index PCR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134868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2</Words>
  <Application>Microsoft Office PowerPoint</Application>
  <PresentationFormat>Grand écran</PresentationFormat>
  <Paragraphs>1</Paragraphs>
  <Slides>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Index PCR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Olivier Collard</dc:creator>
  <cp:lastModifiedBy>Olivier Collard</cp:lastModifiedBy>
  <cp:revision>1</cp:revision>
  <dcterms:created xsi:type="dcterms:W3CDTF">2023-05-23T14:52:21Z</dcterms:created>
  <dcterms:modified xsi:type="dcterms:W3CDTF">2023-05-23T20:23:36Z</dcterms:modified>
</cp:coreProperties>
</file>