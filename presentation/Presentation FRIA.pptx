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5" y="2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68ADC5-080C-0B00-76AA-FE3BBECBB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CA9ED62-E235-83AC-7304-FE3589B0E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51D9DF-9CDD-6F79-CFA7-484A910F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ED19-090F-4751-9A02-05FFD294E65B}" type="datetimeFigureOut">
              <a:rPr lang="fr-BE" smtClean="0"/>
              <a:t>25-08-23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E304FC-DEAD-73B0-CF17-39BE5282A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CBBABC-DF4B-629F-D3F2-3356B1E67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87770-3308-442A-AF66-E08EB50FB03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879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FC4D38-66EF-DDF5-4240-82932913F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9904F0-646F-8529-496E-C7B4A4C22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D63437-94E1-B9EB-E94D-9C35F604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ED19-090F-4751-9A02-05FFD294E65B}" type="datetimeFigureOut">
              <a:rPr lang="fr-BE" smtClean="0"/>
              <a:t>25-08-23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074830-3ACC-7CE0-F2EC-EDFF70726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6E1B75-381E-F8B7-6373-2146EB1B6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87770-3308-442A-AF66-E08EB50FB03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5041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C967E9-5E9F-3575-70F4-DC16BCAAC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1C6B3C-6CC0-14C9-E7F5-B082A6EE6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C944F7-30F2-C8ED-7701-AD6AC47A9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ED19-090F-4751-9A02-05FFD294E65B}" type="datetimeFigureOut">
              <a:rPr lang="fr-BE" smtClean="0"/>
              <a:t>25-08-23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25B9ED-9D12-7645-1127-FE03C60F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4BB138-B317-5F55-2E7C-EEE9201E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87770-3308-442A-AF66-E08EB50FB03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9261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E9D65-B088-E060-B0A7-55C72431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CE22AA-1474-ED3E-962F-5514E5CDB2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D7F8380-9AF9-E7C0-C0B9-F314CE461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CAB4C0-CC28-2B5D-B729-89C5F808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ED19-090F-4751-9A02-05FFD294E65B}" type="datetimeFigureOut">
              <a:rPr lang="fr-BE" smtClean="0"/>
              <a:t>25-08-23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6B06362-ED4F-26BA-33A3-3BCA63D9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0E8296-FC4B-B433-65BE-FE4F4F04A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87770-3308-442A-AF66-E08EB50FB03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74463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3CF2D4-F976-79F9-4E49-84207796C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EB37DC-CD46-19A5-72D3-E8990881D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985595-AB62-7CCD-73FC-641CC4C90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02832DA-67EE-EF42-DD75-F767C008C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81C37D0-B240-8B0A-0D1C-D50A44110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5706C63-B173-4FF7-E21D-5D78BE410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ED19-090F-4751-9A02-05FFD294E65B}" type="datetimeFigureOut">
              <a:rPr lang="fr-BE" smtClean="0"/>
              <a:t>25-08-23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57B3DD1-B759-90AB-9CE3-C6D165AE9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DE10F11-13F0-A2FF-AE5D-7D491F5A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87770-3308-442A-AF66-E08EB50FB03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47771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D2427D-FA98-0720-2E30-8AF6D8A99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1DEF08C-1692-AFE3-86DC-7B9D05FE2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ED19-090F-4751-9A02-05FFD294E65B}" type="datetimeFigureOut">
              <a:rPr lang="fr-BE" smtClean="0"/>
              <a:t>25-08-23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94F5C04-2FAC-28EB-71D3-0B6873AE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105C0E0-00C7-8DD8-DF47-B8A9845C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87770-3308-442A-AF66-E08EB50FB03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17886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EAF2C40-4511-97AA-1294-0D3F1F8C2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ED19-090F-4751-9A02-05FFD294E65B}" type="datetimeFigureOut">
              <a:rPr lang="fr-BE" smtClean="0"/>
              <a:t>25-08-23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12E4B09-201C-5F01-6A89-A514EC99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F5E7A21-3181-900C-C612-9404A51D0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87770-3308-442A-AF66-E08EB50FB03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18533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5C6FE9-4538-550A-D7C3-0926E5176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14BAFC-2CEF-9C04-3300-5F946D24B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5364DC-442E-705D-75C8-392F712E3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9E077D-2BED-16A3-1CC3-6EF35CBD4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ED19-090F-4751-9A02-05FFD294E65B}" type="datetimeFigureOut">
              <a:rPr lang="fr-BE" smtClean="0"/>
              <a:t>25-08-23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5438499-52AF-1E92-4C1E-2C8811607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74A63AE-AA78-CD15-64C6-DDA70AEB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87770-3308-442A-AF66-E08EB50FB03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20677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34892-8F64-9780-CF04-B44768CF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86A18C7-702E-ED3F-D293-8C350C2C7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6B9C7C5-CC1C-A593-52AC-7FE850DE2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3E40CE-64E8-83EF-C999-1DCBAB1D7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ED19-090F-4751-9A02-05FFD294E65B}" type="datetimeFigureOut">
              <a:rPr lang="fr-BE" smtClean="0"/>
              <a:t>25-08-23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B617A4-D44F-97CF-6F1C-8AA84A82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645050-ED0C-F04E-6056-DEF8DF8E9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87770-3308-442A-AF66-E08EB50FB03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27262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AF77A3-4AB1-AB05-2DA0-747423A21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442D057-8DAC-AF12-224A-0486881EF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B53119-3DDD-4701-8DDF-8EB803520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ED19-090F-4751-9A02-05FFD294E65B}" type="datetimeFigureOut">
              <a:rPr lang="fr-BE" smtClean="0"/>
              <a:t>25-08-23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737C67-F103-A38D-8322-BAD97185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0AD5F5-9599-DE4B-E76C-073BC5D9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87770-3308-442A-AF66-E08EB50FB03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5430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BAFB40C-EE02-E260-C5C2-2730A50677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8ED93FB-52FD-06B5-DC35-0644AE402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CBE3C2-DDAB-838B-8F15-A4B305B45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ED19-090F-4751-9A02-05FFD294E65B}" type="datetimeFigureOut">
              <a:rPr lang="fr-BE" smtClean="0"/>
              <a:t>25-08-23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242AE8-E272-A130-CB6B-EB06AB0B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0BE90A-9393-280E-B712-A472C582F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87770-3308-442A-AF66-E08EB50FB03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52811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C396954-7DB6-3717-62AE-F13129B5A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3B2D83-C801-D697-9E62-56E259683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5FD562-AF8E-B409-6514-BA96F84F1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7ED19-090F-4751-9A02-05FFD294E65B}" type="datetimeFigureOut">
              <a:rPr lang="fr-BE" smtClean="0"/>
              <a:t>25-08-23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EF6596-B189-BA60-D91C-1A00C5AB1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6BAE7B-C347-70D0-A8DD-316FAA0F1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87770-3308-442A-AF66-E08EB50FB03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75388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758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Olivier Collard</dc:creator>
  <cp:lastModifiedBy>Olivier Collard</cp:lastModifiedBy>
  <cp:revision>1</cp:revision>
  <dcterms:created xsi:type="dcterms:W3CDTF">2023-08-25T14:08:03Z</dcterms:created>
  <dcterms:modified xsi:type="dcterms:W3CDTF">2023-08-25T14:08:24Z</dcterms:modified>
</cp:coreProperties>
</file>